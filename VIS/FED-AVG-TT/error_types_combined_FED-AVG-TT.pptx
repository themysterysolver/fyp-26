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FED-AVG-TT — Error types (baseline vs FedAvg)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657600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01168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Error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FedAvg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Reduction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AssertionError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NameError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SyntaxError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2120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HumanEval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51960" y="777240"/>
          <a:ext cx="365760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01168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Error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FedAvg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Reduction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AssertionError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IndentationError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IndexError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NameError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SyntaxError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TypeError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UnboundLocalError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ValueError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51960" y="52120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MBPP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38160" y="777240"/>
          <a:ext cx="365760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01168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Error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FedAvg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Reduction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AssertionError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AttributeError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AxisError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FileNotFoundError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IndentationError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IndexError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InternalError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InvalidIndexError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KeyError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NameError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NotFittedError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RuntimeError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SyntaxError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TimeoutError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TypeError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ValueError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52120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DS1000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